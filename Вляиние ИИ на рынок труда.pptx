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5920D0-64CE-4B35-9DE3-4114C700056E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3E42BC-7A08-41FA-A854-91E57116CD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3727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3E42BC-7A08-41FA-A854-91E57116CD1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3150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974301-306A-A8E5-7526-FF3D3D7EE7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DB975C2-B9B4-AF36-AE32-69A11A6BD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F59715-5AEF-9140-CE67-54E38A07B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C9DB4-3CA2-427E-89DE-881B3011AA6E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0860DB-D115-9AF0-B3A7-3E5D5D67E6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B9853E-F386-569A-59B7-CD37BFDB9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B748C-D4B4-4486-842E-ABF91A20F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1140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05A32A-FE7F-9DF5-4886-AD5E48482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DB76E3-7819-10B4-A338-C67722FD7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EBC0D9-BBEA-8F1C-C710-1B4B7FA1A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C9DB4-3CA2-427E-89DE-881B3011AA6E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C2B099-FC88-E582-D7AC-BF9BBBEB9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EB0AA0-7502-ED08-BD76-B9DA42E0C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B748C-D4B4-4486-842E-ABF91A20F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1308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94EFE7-002F-3EAD-07A6-C817AC3A2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AE6D7AF-0F63-3758-FD07-F83D27F8F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F8D3D6-9B06-A384-44A7-AA979FF3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C9DB4-3CA2-427E-89DE-881B3011AA6E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2336E6-002E-AC13-B803-30A2892C1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165FE4-4027-1C9F-4665-A4573F2D3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B748C-D4B4-4486-842E-ABF91A20F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2873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0D4F72-A529-BCFB-0BBD-6C2B3A5A8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D691C8-4664-7498-003B-8CF303E9E9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7520262-4D2E-1DB2-C7BD-68A0A0F5E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1501B69-4F05-5149-384B-3D91B874A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C9DB4-3CA2-427E-89DE-881B3011AA6E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3C66C0-3845-CC87-F865-0A1EB34BC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E66AD51-A9FA-69E1-A423-A46F1BAAD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B748C-D4B4-4486-842E-ABF91A20F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5198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289190-D76E-8E85-8CED-F9B417CAA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0B96BB-5809-BAD9-22F4-63972A3C6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477589C-C87A-41FA-17C3-F160846867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665458A-4B54-3C65-1040-AB39B82CE2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B129242-76D9-54F1-AB84-2B43036CF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5C2C682-B27D-4CC2-85B9-6D0F5E14D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C9DB4-3CA2-427E-89DE-881B3011AA6E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ECF8A61-0897-01E8-3A58-4A0FE5E64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93FDD78-4CC6-6D12-1377-10C962FDC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B748C-D4B4-4486-842E-ABF91A20F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3842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21249B-3072-F007-A98A-118B95862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EDCFDC0-E65A-D9C9-D58B-72ADA4454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C9DB4-3CA2-427E-89DE-881B3011AA6E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7CEE5A1-D71A-EA0F-B437-A252707EE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AC22742-5CC0-BB52-4C9F-C444E9662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B748C-D4B4-4486-842E-ABF91A20F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300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E562442-FAA0-EFD3-065B-55A51A42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C9DB4-3CA2-427E-89DE-881B3011AA6E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FE88A32-9189-2A88-DC1A-A5FB51113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72C7CCD-DD6E-7181-7D41-299E818B1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B748C-D4B4-4486-842E-ABF91A20F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1226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4C5CD0-F972-8F25-75BE-15977856C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06BF0D-4E2D-E17B-213C-0DBF21D36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790C3A8-90EA-D6B6-553F-E40CD82A98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E224BA7-915B-4879-6484-6785EE381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C9DB4-3CA2-427E-89DE-881B3011AA6E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02CEA8-3C53-0F6E-C803-2CC5DCD0E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72BB30C-2CCD-712F-430B-FF3370F0F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B748C-D4B4-4486-842E-ABF91A20F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944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F26E65-C792-0CAA-DA3F-D8CBF3C4B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AB8017D-4130-EB2C-7287-FEF973748E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91F478-CD3E-D0AD-5535-A1895F00B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3E3E776-FAA4-C187-EC25-B067F19C3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C9DB4-3CA2-427E-89DE-881B3011AA6E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322AD9B-0315-68E2-76B8-E4C8639A5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9A3AEEE-17BF-FF75-23E6-366F988DF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B748C-D4B4-4486-842E-ABF91A20F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2616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4EF2B0-CD34-9D8B-1242-F727FC333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80F356D-AC81-8DD6-0CB3-689BD9DE9C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CE2391-C956-74A4-F53E-FEF02FD50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C9DB4-3CA2-427E-89DE-881B3011AA6E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B85AB4-F2AF-2A7C-22A0-B97581C6D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7A1100-FD0D-06A0-0A9C-06CCFD574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B748C-D4B4-4486-842E-ABF91A20F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589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6B2382EC-597F-0B98-8041-1B9BA136B1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5FB631D-E81E-DA98-5BEC-B726E89377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F3B87F-8501-7DD7-85EE-E0B92BCC7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C9DB4-3CA2-427E-89DE-881B3011AA6E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52F7C4-878F-6372-882F-660F9E3AD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65C058-0FF6-10A8-7A1B-D110C272F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9B748C-D4B4-4486-842E-ABF91A20F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2565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89BDFF-2025-E4B5-59DA-88328E0DB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1225F35-6D22-116F-7DDB-C4221D1FAA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E4100C-F479-9877-DC04-E94F2B189C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FC9DB4-3CA2-427E-89DE-881B3011AA6E}" type="datetimeFigureOut">
              <a:rPr lang="ru-RU" smtClean="0"/>
              <a:t>15.07.2026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A363B2-4F62-F626-6462-018AD9383B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4B4D4B-052D-A644-C849-E0B9076905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B748C-D4B4-4486-842E-ABF91A20F0E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1312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A3C21D7-386C-A1D6-BDA1-9C48723F4F89}"/>
              </a:ext>
            </a:extLst>
          </p:cNvPr>
          <p:cNvSpPr/>
          <p:nvPr/>
        </p:nvSpPr>
        <p:spPr>
          <a:xfrm>
            <a:off x="-172720" y="1813560"/>
            <a:ext cx="7609840" cy="28854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dirty="0">
                <a:latin typeface="Verdana" panose="020B0604030504040204" pitchFamily="34" charset="0"/>
                <a:ea typeface="Verdana" panose="020B0604030504040204" pitchFamily="34" charset="0"/>
                <a:cs typeface="Cascadia Mono Light" panose="020B0609020000020004" pitchFamily="49" charset="0"/>
              </a:rPr>
              <a:t>Влияние ИИ на рынок труда (2010-2025)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FD50CC5-EFA5-A4A7-A1DA-63331FF854F5}"/>
              </a:ext>
            </a:extLst>
          </p:cNvPr>
          <p:cNvSpPr/>
          <p:nvPr/>
        </p:nvSpPr>
        <p:spPr>
          <a:xfrm>
            <a:off x="3291840" y="5852160"/>
            <a:ext cx="3505200" cy="10058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  <a:cs typeface="Cascadia Mono Light" panose="020B0609020000020004" pitchFamily="49" charset="0"/>
              </a:rPr>
              <a:t>Карабаева Аяна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A93C775-8531-1024-D3D0-97F19BB27EB1}"/>
              </a:ext>
            </a:extLst>
          </p:cNvPr>
          <p:cNvSpPr/>
          <p:nvPr/>
        </p:nvSpPr>
        <p:spPr>
          <a:xfrm>
            <a:off x="330200" y="5852160"/>
            <a:ext cx="3505200" cy="10058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Cascadia Mono Light" panose="020B0609020000020004" pitchFamily="49" charset="0"/>
              </a:rPr>
              <a:t>Data Analytics 6</a:t>
            </a:r>
            <a:endParaRPr lang="ru-RU" b="1" dirty="0">
              <a:latin typeface="Verdana" panose="020B0604030504040204" pitchFamily="34" charset="0"/>
              <a:ea typeface="Verdana" panose="020B0604030504040204" pitchFamily="34" charset="0"/>
              <a:cs typeface="Cascadia Mono Light" panose="020B0609020000020004" pitchFamily="49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5A2CE3E-89D0-53C2-FE04-019183AC5232}"/>
              </a:ext>
            </a:extLst>
          </p:cNvPr>
          <p:cNvSpPr/>
          <p:nvPr/>
        </p:nvSpPr>
        <p:spPr>
          <a:xfrm>
            <a:off x="1950720" y="0"/>
            <a:ext cx="3505200" cy="10058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  <a:cs typeface="Cascadia Mono Light" panose="020B0609020000020004" pitchFamily="49" charset="0"/>
              </a:rPr>
              <a:t>AI Academy</a:t>
            </a:r>
            <a:endParaRPr lang="ru-RU" b="1" dirty="0">
              <a:latin typeface="Verdana" panose="020B0604030504040204" pitchFamily="34" charset="0"/>
              <a:ea typeface="Verdana" panose="020B0604030504040204" pitchFamily="34" charset="0"/>
              <a:cs typeface="Cascadia Mono 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776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EB30DBA-64DE-9E0B-3B01-CA8086795701}"/>
              </a:ext>
            </a:extLst>
          </p:cNvPr>
          <p:cNvSpPr/>
          <p:nvPr/>
        </p:nvSpPr>
        <p:spPr>
          <a:xfrm>
            <a:off x="5229942" y="2008566"/>
            <a:ext cx="6422267" cy="2301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  <a:cs typeface="Cascadia Mono Light" panose="020B0609020000020004" pitchFamily="49" charset="0"/>
              </a:rPr>
              <a:t>ЦЕЛЬ:</a:t>
            </a:r>
          </a:p>
          <a:p>
            <a:pPr algn="ctr"/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  <a:cs typeface="Cascadia Mono Light" panose="020B0609020000020004" pitchFamily="49" charset="0"/>
              </a:rPr>
              <a:t>Провести анализ влияния ИИ на рынок труда и сделать выводы на основе проанализированных данных</a:t>
            </a:r>
          </a:p>
        </p:txBody>
      </p:sp>
    </p:spTree>
    <p:extLst>
      <p:ext uri="{BB962C8B-B14F-4D97-AF65-F5344CB8AC3E}">
        <p14:creationId xmlns:p14="http://schemas.microsoft.com/office/powerpoint/2010/main" val="1809566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7DEF4F-B012-7840-FA97-FCD80F7F3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7F2BC31D-F352-CCB5-0D94-1EB06759E7D2}"/>
              </a:ext>
            </a:extLst>
          </p:cNvPr>
          <p:cNvSpPr/>
          <p:nvPr/>
        </p:nvSpPr>
        <p:spPr>
          <a:xfrm>
            <a:off x="2367280" y="1010920"/>
            <a:ext cx="2529840" cy="4465320"/>
          </a:xfrm>
          <a:prstGeom prst="roundRect">
            <a:avLst/>
          </a:prstGeom>
          <a:solidFill>
            <a:srgbClr val="002060">
              <a:alpha val="50000"/>
            </a:srgb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Количество вакансий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en-US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en-US" sz="3600" b="1" dirty="0"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r>
              <a:rPr lang="ru-RU" sz="36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sz="3600" b="1" dirty="0" err="1">
                <a:latin typeface="Verdana" panose="020B0604030504040204" pitchFamily="34" charset="0"/>
                <a:ea typeface="Verdana" panose="020B0604030504040204" pitchFamily="34" charset="0"/>
              </a:rPr>
              <a:t>тыс</a:t>
            </a:r>
            <a:endParaRPr lang="ru-RU" sz="36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2427C53-C912-494B-6E98-48434D8DB70E}"/>
              </a:ext>
            </a:extLst>
          </p:cNvPr>
          <p:cNvSpPr/>
          <p:nvPr/>
        </p:nvSpPr>
        <p:spPr>
          <a:xfrm>
            <a:off x="7294880" y="1010920"/>
            <a:ext cx="2529840" cy="4465320"/>
          </a:xfrm>
          <a:prstGeom prst="roundRect">
            <a:avLst/>
          </a:prstGeom>
          <a:solidFill>
            <a:srgbClr val="002060">
              <a:alpha val="50000"/>
            </a:srgb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Количество стран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en-US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ru-RU" sz="3600" b="1" dirty="0">
                <a:latin typeface="Verdana" panose="020B0604030504040204" pitchFamily="34" charset="0"/>
                <a:ea typeface="Verdana" panose="020B0604030504040204" pitchFamily="34" charset="0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642587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A444F1-22E8-72DE-D9E8-09660CBCD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C18995C-4D9F-497A-190D-F63A5495B4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420"/>
          <a:stretch>
            <a:fillRect/>
          </a:stretch>
        </p:blipFill>
        <p:spPr>
          <a:xfrm>
            <a:off x="182880" y="1635761"/>
            <a:ext cx="6014720" cy="35864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60E4C26-F6E0-F9D6-B6DF-15EDEE17957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987"/>
          <a:stretch>
            <a:fillRect/>
          </a:stretch>
        </p:blipFill>
        <p:spPr>
          <a:xfrm>
            <a:off x="6355882" y="1635761"/>
            <a:ext cx="5653238" cy="35864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B05172F-D058-5AA1-D537-175C5360CC67}"/>
              </a:ext>
            </a:extLst>
          </p:cNvPr>
          <p:cNvSpPr/>
          <p:nvPr/>
        </p:nvSpPr>
        <p:spPr>
          <a:xfrm>
            <a:off x="1516781" y="458183"/>
            <a:ext cx="3505200" cy="10058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u="sng" dirty="0">
                <a:latin typeface="Verdana" panose="020B0604030504040204" pitchFamily="34" charset="0"/>
                <a:ea typeface="Verdana" panose="020B0604030504040204" pitchFamily="34" charset="0"/>
                <a:cs typeface="Cascadia Mono Light" panose="020B0609020000020004" pitchFamily="49" charset="0"/>
              </a:rPr>
              <a:t>Рост вакансий по годам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9330C98-396F-69AC-A8B1-17B53552DD23}"/>
              </a:ext>
            </a:extLst>
          </p:cNvPr>
          <p:cNvSpPr/>
          <p:nvPr/>
        </p:nvSpPr>
        <p:spPr>
          <a:xfrm>
            <a:off x="7493000" y="458183"/>
            <a:ext cx="3505200" cy="10058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u="sng" dirty="0">
                <a:latin typeface="Verdana" panose="020B0604030504040204" pitchFamily="34" charset="0"/>
                <a:ea typeface="Verdana" panose="020B0604030504040204" pitchFamily="34" charset="0"/>
                <a:cs typeface="Cascadia Mono Light" panose="020B0609020000020004" pitchFamily="49" charset="0"/>
              </a:rPr>
              <a:t>ТОП-10 самых востребованных профессий </a:t>
            </a:r>
          </a:p>
        </p:txBody>
      </p:sp>
    </p:spTree>
    <p:extLst>
      <p:ext uri="{BB962C8B-B14F-4D97-AF65-F5344CB8AC3E}">
        <p14:creationId xmlns:p14="http://schemas.microsoft.com/office/powerpoint/2010/main" val="2019764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59989D-A911-7D31-7FB8-91B31973E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0046360-1BCE-046F-676F-07512999A82D}"/>
              </a:ext>
            </a:extLst>
          </p:cNvPr>
          <p:cNvSpPr/>
          <p:nvPr/>
        </p:nvSpPr>
        <p:spPr>
          <a:xfrm>
            <a:off x="7971405" y="3517243"/>
            <a:ext cx="3108960" cy="462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u="sng" dirty="0">
                <a:latin typeface="Verdana" panose="020B0604030504040204" pitchFamily="34" charset="0"/>
                <a:ea typeface="Verdana" panose="020B0604030504040204" pitchFamily="34" charset="0"/>
                <a:cs typeface="Cascadia Mono Light" panose="020B0609020000020004" pitchFamily="49" charset="0"/>
              </a:rPr>
              <a:t>Средняя зарплата по странам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A96AB44-FDF7-089E-E0C9-DE23A183FE00}"/>
              </a:ext>
            </a:extLst>
          </p:cNvPr>
          <p:cNvSpPr/>
          <p:nvPr/>
        </p:nvSpPr>
        <p:spPr>
          <a:xfrm>
            <a:off x="7899346" y="7405"/>
            <a:ext cx="3181019" cy="6705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u="sng" dirty="0">
                <a:latin typeface="Verdana" panose="020B0604030504040204" pitchFamily="34" charset="0"/>
                <a:ea typeface="Verdana" panose="020B0604030504040204" pitchFamily="34" charset="0"/>
                <a:cs typeface="Cascadia Mono Light" panose="020B0609020000020004" pitchFamily="49" charset="0"/>
              </a:rPr>
              <a:t>В какой стране больше всего вакансий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EC32A8E4-6CB7-9900-BD6F-51BA4D4921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26" t="4772" b="2866"/>
          <a:stretch>
            <a:fillRect/>
          </a:stretch>
        </p:blipFill>
        <p:spPr>
          <a:xfrm>
            <a:off x="879274" y="998450"/>
            <a:ext cx="5493317" cy="519587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5A62097-4BAA-1620-9E03-BA9467592BF4}"/>
              </a:ext>
            </a:extLst>
          </p:cNvPr>
          <p:cNvSpPr/>
          <p:nvPr/>
        </p:nvSpPr>
        <p:spPr>
          <a:xfrm>
            <a:off x="1801383" y="342685"/>
            <a:ext cx="3108960" cy="4622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u="sng" dirty="0">
                <a:latin typeface="Verdana" panose="020B0604030504040204" pitchFamily="34" charset="0"/>
                <a:ea typeface="Verdana" panose="020B0604030504040204" pitchFamily="34" charset="0"/>
                <a:cs typeface="Cascadia Mono Light" panose="020B0609020000020004" pitchFamily="49" charset="0"/>
              </a:rPr>
              <a:t>Средняя зарплата по отраслям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CC70A44F-37C0-EC48-8EC4-BCEB488511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6942" y="679868"/>
            <a:ext cx="3477886" cy="2734187"/>
          </a:xfrm>
          <a:prstGeom prst="rect">
            <a:avLst/>
          </a:prstGeom>
        </p:spPr>
      </p:pic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12386522-3275-9E6F-2850-BCC3958288DF}"/>
              </a:ext>
            </a:extLst>
          </p:cNvPr>
          <p:cNvCxnSpPr/>
          <p:nvPr/>
        </p:nvCxnSpPr>
        <p:spPr>
          <a:xfrm>
            <a:off x="7010400" y="0"/>
            <a:ext cx="0" cy="685800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DD0DF2-3D6A-4977-0E88-58B68D9D8E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6942" y="4082711"/>
            <a:ext cx="3525782" cy="236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9824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61</Words>
  <Application>Microsoft Office PowerPoint</Application>
  <PresentationFormat>Широкоэкранный</PresentationFormat>
  <Paragraphs>18</Paragraphs>
  <Slides>5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Verdana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ayana karabaeva</dc:creator>
  <cp:lastModifiedBy>ayana karabaeva</cp:lastModifiedBy>
  <cp:revision>4</cp:revision>
  <dcterms:created xsi:type="dcterms:W3CDTF">2026-07-14T03:59:11Z</dcterms:created>
  <dcterms:modified xsi:type="dcterms:W3CDTF">2026-07-15T08:22:04Z</dcterms:modified>
</cp:coreProperties>
</file>